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993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Krishna says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Modern Spiritual Guidance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Multi-Agent AI 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3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Personalized Onboarding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User-centric spiritual depth selection (Practical, Philosophical, Deep)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Multi-lingual support (English, Hindi, Gujarati)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OTP-secured spiritual identity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0" y="914400"/>
            <a:ext cx="4114800" cy="3657600"/>
          </a:xfrm>
          <a:prstGeom prst="rect">
            <a:avLst/>
          </a:prstGeom>
          <a:solidFill>
            <a:srgbClr val="1E293B"/>
          </a:solidFill>
          <a:ln w="25400">
            <a:solidFill>
              <a:srgbClr val="FF99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256032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4A3B8"/>
                </a:solidFill>
              </a:rPr>
              <a:t>[Welcome Screen Screenshot]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3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Intelligence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91440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Master Agent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0" y="13716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Search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(Weighted Matching)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Context Agent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(Memory/Threads)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Context-Aware Responses: Remembers previous interactions.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High Accuracy: Weighted scoring for multiple keywords.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Safety First: Built-in guardrails for sensitive topics.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3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Immersive Experience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Temple Mode: Distraction-free meditation view.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Ambient Audio: Flute, Nature, and Chants.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Verse Cards: Beautifully rendered wisdom for sharing.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Daily Streaks: Encouraging consistent reflection.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Ready for Deployment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Experience the future of spiritual guidance.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2026-04-27T14:50:40Z</dcterms:created>
  <dcterms:modified xsi:type="dcterms:W3CDTF">2026-04-27T14:50:40Z</dcterms:modified>
</cp:coreProperties>
</file>